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8" r:id="rId6"/>
    <p:sldId id="25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D732E5-36FD-410B-A1A3-E57D1C20CD7D}" v="5" dt="2019-09-17T12:05:41.5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m Sears" userId="6dbaddda-b9a9-47b2-a3a0-f2ad58f439f5" providerId="ADAL" clId="{89D732E5-36FD-410B-A1A3-E57D1C20CD7D}"/>
    <pc:docChg chg="custSel modSld">
      <pc:chgData name="Jim Sears" userId="6dbaddda-b9a9-47b2-a3a0-f2ad58f439f5" providerId="ADAL" clId="{89D732E5-36FD-410B-A1A3-E57D1C20CD7D}" dt="2019-09-17T12:06:41.437" v="388" actId="6549"/>
      <pc:docMkLst>
        <pc:docMk/>
      </pc:docMkLst>
      <pc:sldChg chg="modSp">
        <pc:chgData name="Jim Sears" userId="6dbaddda-b9a9-47b2-a3a0-f2ad58f439f5" providerId="ADAL" clId="{89D732E5-36FD-410B-A1A3-E57D1C20CD7D}" dt="2019-09-17T12:01:32.461" v="154" actId="6549"/>
        <pc:sldMkLst>
          <pc:docMk/>
          <pc:sldMk cId="2314981141" sldId="256"/>
        </pc:sldMkLst>
        <pc:spChg chg="mod">
          <ac:chgData name="Jim Sears" userId="6dbaddda-b9a9-47b2-a3a0-f2ad58f439f5" providerId="ADAL" clId="{89D732E5-36FD-410B-A1A3-E57D1C20CD7D}" dt="2019-09-17T12:01:32.461" v="154" actId="6549"/>
          <ac:spMkLst>
            <pc:docMk/>
            <pc:sldMk cId="2314981141" sldId="256"/>
            <ac:spMk id="28" creationId="{1FF88752-973F-4B6A-A31B-06AA7ADB27A6}"/>
          </ac:spMkLst>
        </pc:spChg>
      </pc:sldChg>
      <pc:sldChg chg="addSp modSp">
        <pc:chgData name="Jim Sears" userId="6dbaddda-b9a9-47b2-a3a0-f2ad58f439f5" providerId="ADAL" clId="{89D732E5-36FD-410B-A1A3-E57D1C20CD7D}" dt="2019-09-17T12:06:41.437" v="388" actId="6549"/>
        <pc:sldMkLst>
          <pc:docMk/>
          <pc:sldMk cId="2696371316" sldId="257"/>
        </pc:sldMkLst>
        <pc:spChg chg="add mod">
          <ac:chgData name="Jim Sears" userId="6dbaddda-b9a9-47b2-a3a0-f2ad58f439f5" providerId="ADAL" clId="{89D732E5-36FD-410B-A1A3-E57D1C20CD7D}" dt="2019-09-17T12:05:08.384" v="219" actId="122"/>
          <ac:spMkLst>
            <pc:docMk/>
            <pc:sldMk cId="2696371316" sldId="257"/>
            <ac:spMk id="5" creationId="{4B3F90EB-0352-47A1-BD1D-775A3CFA3C29}"/>
          </ac:spMkLst>
        </pc:spChg>
        <pc:spChg chg="add mod">
          <ac:chgData name="Jim Sears" userId="6dbaddda-b9a9-47b2-a3a0-f2ad58f439f5" providerId="ADAL" clId="{89D732E5-36FD-410B-A1A3-E57D1C20CD7D}" dt="2019-09-17T12:06:41.437" v="388" actId="6549"/>
          <ac:spMkLst>
            <pc:docMk/>
            <pc:sldMk cId="2696371316" sldId="257"/>
            <ac:spMk id="6" creationId="{33B38EAF-AF22-42CB-AC5B-9D7A1A597A22}"/>
          </ac:spMkLst>
        </pc:spChg>
        <pc:picChg chg="add mod">
          <ac:chgData name="Jim Sears" userId="6dbaddda-b9a9-47b2-a3a0-f2ad58f439f5" providerId="ADAL" clId="{89D732E5-36FD-410B-A1A3-E57D1C20CD7D}" dt="2019-09-17T12:04:32.826" v="157" actId="1076"/>
          <ac:picMkLst>
            <pc:docMk/>
            <pc:sldMk cId="2696371316" sldId="257"/>
            <ac:picMk id="4" creationId="{F2A54B67-3DAC-49B2-AEDC-C3B85744207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70496-3776-4F9C-A01D-DEDC69A9D9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B611FF-4956-43E9-92D3-E38E7BE40C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3726D-CB64-4162-846E-EA11A7115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33C07-642D-45FB-8EE8-B6290F2A9F57}" type="datetimeFigureOut">
              <a:rPr lang="en-US" smtClean="0"/>
              <a:t>9/17/2019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0BB61-21A8-4542-9C78-7D2972062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A7857-C02F-4CF1-883F-1C5E205DE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6D62E-D1FA-47D0-98CA-4E6C883DC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653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F924C-9A12-46E2-9257-102C81696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3F29A-268E-430F-AF53-9B03CBD17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2F24F-C295-4047-93A8-E2CBEDFA4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33C07-642D-45FB-8EE8-B6290F2A9F57}" type="datetimeFigureOut">
              <a:rPr lang="en-US" smtClean="0"/>
              <a:t>9/17/2019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5756D-4948-46FB-8F84-96F1647B5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97660-688D-465C-AD28-44D640F10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6D62E-D1FA-47D0-98CA-4E6C883DC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187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22766-AFAC-44F7-806C-9C1017CD2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BBCD5E-7FBB-4233-9EFA-E28E2CE7E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FE5C5-D53F-48B9-A8A0-B83A6AB48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33C07-642D-45FB-8EE8-B6290F2A9F57}" type="datetimeFigureOut">
              <a:rPr lang="en-US" smtClean="0"/>
              <a:t>9/17/2019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F84E2-83DC-4160-82B3-76170E45A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A2248-3AE1-42DD-B573-C4DED2825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6D62E-D1FA-47D0-98CA-4E6C883DC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286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A36D4-754A-4A4A-A8E6-9809E5FB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C1152-C758-4DC9-9AF2-FBC1BF13C3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EC9F92-1C44-4D8B-82DC-32E24E4BB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68AFD9-F205-4F24-B9F4-7BC584714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33C07-642D-45FB-8EE8-B6290F2A9F57}" type="datetimeFigureOut">
              <a:rPr lang="en-US" smtClean="0"/>
              <a:t>9/17/2019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7F44F5-2CBA-4A4A-A558-2EF809556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45C15C-A86C-4150-B2A4-D390B5701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6D62E-D1FA-47D0-98CA-4E6C883DC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76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922C0-7BFB-4B9B-B962-BC7BDDD0A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59F3F2-CA9C-4863-98A3-03D39795F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1FAAA1-94CD-461B-8F49-B207B04569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B7DF5F-AD79-4C75-A673-7E3B8C00A6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5D9F68-7CFC-4C71-9A15-86AE80926D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7C219B-BE2C-4103-80B0-F448612F1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33C07-642D-45FB-8EE8-B6290F2A9F57}" type="datetimeFigureOut">
              <a:rPr lang="en-US" smtClean="0"/>
              <a:t>9/17/2019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F017F6-04DF-41B7-B681-3119702B1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E9B1EA-C034-499D-B6EC-D0F51D6EA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6D62E-D1FA-47D0-98CA-4E6C883DC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996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B3968-DA96-4D6E-BF36-7083CD63F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969AC4-7342-4ED2-820F-CA2C036FD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33C07-642D-45FB-8EE8-B6290F2A9F57}" type="datetimeFigureOut">
              <a:rPr lang="en-US" smtClean="0"/>
              <a:t>9/17/2019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6F1386-6922-43A9-91C3-B435539E8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C5CEFB-742F-4EA0-A323-C2C61BEE8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6D62E-D1FA-47D0-98CA-4E6C883DC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70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A5495B-BD64-4CA7-8CFA-A79E81CF2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33C07-642D-45FB-8EE8-B6290F2A9F57}" type="datetimeFigureOut">
              <a:rPr lang="en-US" smtClean="0"/>
              <a:t>9/17/2019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59C9D5-9D1A-4E92-9A6D-21A7660EA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07FC91-CD40-4C63-A89D-9B18A8585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6D62E-D1FA-47D0-98CA-4E6C883DC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12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E1D54-5EB3-4A5D-BA32-6A776DE61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10449-B98B-4881-BA6C-0B0E614B5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40A60C-5038-466B-82FD-6465BF202F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DA68F5-2BEC-445F-AFD6-090EB0DEB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33C07-642D-45FB-8EE8-B6290F2A9F57}" type="datetimeFigureOut">
              <a:rPr lang="en-US" smtClean="0"/>
              <a:t>9/17/2019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EFB717-DA5E-4476-9046-90642C95A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67EF10-8FDF-42B3-8A3C-82FBE1BCC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6D62E-D1FA-47D0-98CA-4E6C883DC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594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0B526-3874-4130-8848-2ADF8AE07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CD6CAD-7CD5-41EC-BA5A-F5A5B5C82C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8891E4-D7F7-4D08-9F0B-4EF2F76747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C32F9-127B-4309-9ED8-B37F9C090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33C07-642D-45FB-8EE8-B6290F2A9F57}" type="datetimeFigureOut">
              <a:rPr lang="en-US" smtClean="0"/>
              <a:t>9/17/2019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80F2C0-C558-438E-B8C5-ED1CFF9A1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7A7C3E-6837-42D8-84DB-EAC7820ED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6D62E-D1FA-47D0-98CA-4E6C883DC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228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19B8C-3579-4E44-B6C4-1BA577773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3F44A9-BC9B-47A0-93D3-30870BBB6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34E06-2835-4447-8E58-E54583135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33C07-642D-45FB-8EE8-B6290F2A9F57}" type="datetimeFigureOut">
              <a:rPr lang="en-US" smtClean="0"/>
              <a:t>9/17/2019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46080-74FA-4791-A6BD-3AADD867C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BA9BC-96A7-470E-B4FB-861C2227E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6D62E-D1FA-47D0-98CA-4E6C883DC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455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FA5C20-48C1-4725-9DF8-F29ED1BD6E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4A59A3-4AF7-4819-82D7-2596F60DD8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C16C2-EF0A-4E78-A6DB-6C1B62F4A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33C07-642D-45FB-8EE8-B6290F2A9F57}" type="datetimeFigureOut">
              <a:rPr lang="en-US" smtClean="0"/>
              <a:t>9/17/2019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63E30-77A3-4AC6-B234-8B24912AA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6C709-7759-4016-BB78-3BA59F710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6D62E-D1FA-47D0-98CA-4E6C883DC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789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E2CECD-5ED0-4189-92B5-20172A09D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3237B4-3DAD-402A-8131-82661D506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6B87A-723D-401C-82B5-E0E98A7582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433C07-642D-45FB-8EE8-B6290F2A9F57}" type="datetimeFigureOut">
              <a:rPr lang="en-US" smtClean="0"/>
              <a:t>9/17/2019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B3BBC-B020-445A-A6C8-71A1A35927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131DF-A9BD-4321-92C0-F73C460FF1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A6D62E-D1FA-47D0-98CA-4E6C883DC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014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dmhelp.microfocus.com/alm/api_refs/ota/Default.htm#ota/run-test-instance.htm?Highlight=run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Computer">
            <a:extLst>
              <a:ext uri="{FF2B5EF4-FFF2-40B4-BE49-F238E27FC236}">
                <a16:creationId xmlns:a16="http://schemas.microsoft.com/office/drawing/2014/main" id="{62EED84D-F110-45B9-B003-6C42453E6C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36182" y="859676"/>
            <a:ext cx="914400" cy="914400"/>
          </a:xfrm>
          <a:prstGeom prst="rect">
            <a:avLst/>
          </a:prstGeom>
        </p:spPr>
      </p:pic>
      <p:pic>
        <p:nvPicPr>
          <p:cNvPr id="6" name="Graphic 5" descr="Computer">
            <a:extLst>
              <a:ext uri="{FF2B5EF4-FFF2-40B4-BE49-F238E27FC236}">
                <a16:creationId xmlns:a16="http://schemas.microsoft.com/office/drawing/2014/main" id="{DF6D777C-C787-4B65-9363-BDE001D1B3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36182" y="1774767"/>
            <a:ext cx="914400" cy="914400"/>
          </a:xfrm>
          <a:prstGeom prst="rect">
            <a:avLst/>
          </a:prstGeom>
        </p:spPr>
      </p:pic>
      <p:pic>
        <p:nvPicPr>
          <p:cNvPr id="7" name="Graphic 6" descr="Computer">
            <a:extLst>
              <a:ext uri="{FF2B5EF4-FFF2-40B4-BE49-F238E27FC236}">
                <a16:creationId xmlns:a16="http://schemas.microsoft.com/office/drawing/2014/main" id="{DEEA8184-51B4-4B36-91F7-22E4B62000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36182" y="2689167"/>
            <a:ext cx="914400" cy="914400"/>
          </a:xfrm>
          <a:prstGeom prst="rect">
            <a:avLst/>
          </a:prstGeom>
        </p:spPr>
      </p:pic>
      <p:pic>
        <p:nvPicPr>
          <p:cNvPr id="8" name="Graphic 7" descr="Computer">
            <a:extLst>
              <a:ext uri="{FF2B5EF4-FFF2-40B4-BE49-F238E27FC236}">
                <a16:creationId xmlns:a16="http://schemas.microsoft.com/office/drawing/2014/main" id="{D04B7806-81E2-474D-8BF1-CF8B3A9E15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88830" y="3604950"/>
            <a:ext cx="914400" cy="914400"/>
          </a:xfrm>
          <a:prstGeom prst="rect">
            <a:avLst/>
          </a:prstGeom>
        </p:spPr>
      </p:pic>
      <p:pic>
        <p:nvPicPr>
          <p:cNvPr id="9" name="Graphic 8" descr="Computer">
            <a:extLst>
              <a:ext uri="{FF2B5EF4-FFF2-40B4-BE49-F238E27FC236}">
                <a16:creationId xmlns:a16="http://schemas.microsoft.com/office/drawing/2014/main" id="{A50F7EEB-50CA-49C3-9986-17F4582032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88830" y="4645429"/>
            <a:ext cx="914400" cy="914400"/>
          </a:xfrm>
          <a:prstGeom prst="rect">
            <a:avLst/>
          </a:prstGeom>
        </p:spPr>
      </p:pic>
      <p:pic>
        <p:nvPicPr>
          <p:cNvPr id="11" name="Graphic 10" descr="Checklist RTL">
            <a:extLst>
              <a:ext uri="{FF2B5EF4-FFF2-40B4-BE49-F238E27FC236}">
                <a16:creationId xmlns:a16="http://schemas.microsoft.com/office/drawing/2014/main" id="{C00B0AC8-0BC7-4DC6-9241-63ABF3D31D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66305" y="860367"/>
            <a:ext cx="914400" cy="914400"/>
          </a:xfrm>
          <a:prstGeom prst="rect">
            <a:avLst/>
          </a:prstGeom>
        </p:spPr>
      </p:pic>
      <p:pic>
        <p:nvPicPr>
          <p:cNvPr id="12" name="Graphic 11" descr="Checklist RTL">
            <a:extLst>
              <a:ext uri="{FF2B5EF4-FFF2-40B4-BE49-F238E27FC236}">
                <a16:creationId xmlns:a16="http://schemas.microsoft.com/office/drawing/2014/main" id="{E0D81C2A-CE49-405C-9361-570568BF48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92629" y="1774767"/>
            <a:ext cx="914400" cy="914400"/>
          </a:xfrm>
          <a:prstGeom prst="rect">
            <a:avLst/>
          </a:prstGeom>
        </p:spPr>
      </p:pic>
      <p:pic>
        <p:nvPicPr>
          <p:cNvPr id="13" name="Graphic 12" descr="Checklist RTL">
            <a:extLst>
              <a:ext uri="{FF2B5EF4-FFF2-40B4-BE49-F238E27FC236}">
                <a16:creationId xmlns:a16="http://schemas.microsoft.com/office/drawing/2014/main" id="{A4235A7F-F590-44C8-B0B3-D8AA2A033B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66305" y="2689167"/>
            <a:ext cx="914400" cy="914400"/>
          </a:xfrm>
          <a:prstGeom prst="rect">
            <a:avLst/>
          </a:prstGeom>
        </p:spPr>
      </p:pic>
      <p:pic>
        <p:nvPicPr>
          <p:cNvPr id="14" name="Graphic 13" descr="Checklist RTL">
            <a:extLst>
              <a:ext uri="{FF2B5EF4-FFF2-40B4-BE49-F238E27FC236}">
                <a16:creationId xmlns:a16="http://schemas.microsoft.com/office/drawing/2014/main" id="{69A14131-700E-43D4-B69B-0AB562FB2B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66305" y="3603567"/>
            <a:ext cx="914400" cy="914400"/>
          </a:xfrm>
          <a:prstGeom prst="rect">
            <a:avLst/>
          </a:prstGeom>
        </p:spPr>
      </p:pic>
      <p:pic>
        <p:nvPicPr>
          <p:cNvPr id="15" name="Graphic 14" descr="Checklist RTL">
            <a:extLst>
              <a:ext uri="{FF2B5EF4-FFF2-40B4-BE49-F238E27FC236}">
                <a16:creationId xmlns:a16="http://schemas.microsoft.com/office/drawing/2014/main" id="{B93F79D0-DE05-4217-B27D-CC7D199E43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95399" y="4645429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44CEEF7-0612-457E-8D11-67DB6901CAE1}"/>
              </a:ext>
            </a:extLst>
          </p:cNvPr>
          <p:cNvSpPr txBox="1"/>
          <p:nvPr/>
        </p:nvSpPr>
        <p:spPr>
          <a:xfrm>
            <a:off x="714894" y="55049"/>
            <a:ext cx="43143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Jenkins</a:t>
            </a:r>
          </a:p>
          <a:p>
            <a:pPr algn="ctr"/>
            <a:r>
              <a:rPr lang="en-US" sz="1400" dirty="0" err="1"/>
              <a:t>RunMode</a:t>
            </a:r>
            <a:r>
              <a:rPr lang="en-US" sz="1400" dirty="0"/>
              <a:t>=</a:t>
            </a:r>
            <a:r>
              <a:rPr lang="en-US" sz="1400" dirty="0" err="1"/>
              <a:t>PlannedHost</a:t>
            </a:r>
            <a:r>
              <a:rPr lang="en-US" sz="16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</a:t>
            </a:r>
            <a:endParaRPr lang="en-US" sz="1400" dirty="0"/>
          </a:p>
          <a:p>
            <a:pPr algn="ctr"/>
            <a:r>
              <a:rPr lang="en-US" sz="1400" dirty="0"/>
              <a:t>Each Test runs on any available PC in the HostList.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9DE6DA5-E880-484B-AC39-11F00A54C6F8}"/>
              </a:ext>
            </a:extLst>
          </p:cNvPr>
          <p:cNvCxnSpPr>
            <a:cxnSpLocks/>
            <a:stCxn id="11" idx="3"/>
            <a:endCxn id="29" idx="0"/>
          </p:cNvCxnSpPr>
          <p:nvPr/>
        </p:nvCxnSpPr>
        <p:spPr>
          <a:xfrm>
            <a:off x="2180705" y="1317567"/>
            <a:ext cx="587432" cy="106818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2D5E5CD-9479-47FB-A016-4202726A7825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2164083" y="2168856"/>
            <a:ext cx="280765" cy="35080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B3A119E-F9B0-47AC-BC3B-4E7F322E1BCB}"/>
              </a:ext>
            </a:extLst>
          </p:cNvPr>
          <p:cNvCxnSpPr>
            <a:cxnSpLocks/>
            <a:endCxn id="29" idx="4"/>
          </p:cNvCxnSpPr>
          <p:nvPr/>
        </p:nvCxnSpPr>
        <p:spPr>
          <a:xfrm flipV="1">
            <a:off x="2233353" y="3300153"/>
            <a:ext cx="534784" cy="180248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A2C4AE5-948D-4683-BFD6-3A0584CD2FD3}"/>
              </a:ext>
            </a:extLst>
          </p:cNvPr>
          <p:cNvCxnSpPr>
            <a:cxnSpLocks/>
            <a:endCxn id="29" idx="3"/>
          </p:cNvCxnSpPr>
          <p:nvPr/>
        </p:nvCxnSpPr>
        <p:spPr>
          <a:xfrm flipV="1">
            <a:off x="2207029" y="3166242"/>
            <a:ext cx="237819" cy="89383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4629453-C9C4-4DD2-9141-A0883F575AC1}"/>
              </a:ext>
            </a:extLst>
          </p:cNvPr>
          <p:cNvCxnSpPr>
            <a:cxnSpLocks/>
            <a:endCxn id="29" idx="2"/>
          </p:cNvCxnSpPr>
          <p:nvPr/>
        </p:nvCxnSpPr>
        <p:spPr>
          <a:xfrm flipV="1">
            <a:off x="2173085" y="2842953"/>
            <a:ext cx="137852" cy="28150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19FA8F4A-3E41-4F10-8FA9-CC17AF813A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6119" y="1042110"/>
            <a:ext cx="7575881" cy="2436828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FF88752-973F-4B6A-A31B-06AA7ADB27A6}"/>
              </a:ext>
            </a:extLst>
          </p:cNvPr>
          <p:cNvSpPr txBox="1"/>
          <p:nvPr/>
        </p:nvSpPr>
        <p:spPr>
          <a:xfrm>
            <a:off x="4655127" y="3707476"/>
            <a:ext cx="67914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Each test on the run on a QC HostList created Quality Center(QC).  I follow your example and I set the </a:t>
            </a:r>
            <a:r>
              <a:rPr lang="en-US" dirty="0" err="1"/>
              <a:t>RunMode</a:t>
            </a:r>
            <a:r>
              <a:rPr lang="en-US" dirty="0"/>
              <a:t> to </a:t>
            </a:r>
            <a:r>
              <a:rPr lang="en-US" dirty="0" err="1"/>
              <a:t>PlannedHost</a:t>
            </a:r>
            <a:r>
              <a:rPr lang="en-US" dirty="0"/>
              <a:t> and set it to a Host List and not a HostName.</a:t>
            </a:r>
          </a:p>
          <a:p>
            <a:endParaRPr lang="en-US" dirty="0"/>
          </a:p>
          <a:p>
            <a:r>
              <a:rPr lang="en-US" dirty="0"/>
              <a:t>This works as long as I don’t need the test to run on a specific PC.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449B437-AFB9-4383-9A5B-16923CE0CC89}"/>
              </a:ext>
            </a:extLst>
          </p:cNvPr>
          <p:cNvSpPr/>
          <p:nvPr/>
        </p:nvSpPr>
        <p:spPr>
          <a:xfrm>
            <a:off x="2310937" y="2385753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HostList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65A1C34-045C-4CEA-90B7-9125863FBA33}"/>
              </a:ext>
            </a:extLst>
          </p:cNvPr>
          <p:cNvCxnSpPr>
            <a:cxnSpLocks/>
            <a:stCxn id="5" idx="1"/>
            <a:endCxn id="29" idx="0"/>
          </p:cNvCxnSpPr>
          <p:nvPr/>
        </p:nvCxnSpPr>
        <p:spPr>
          <a:xfrm flipH="1">
            <a:off x="2768137" y="1316876"/>
            <a:ext cx="568045" cy="106887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DE88532-39A8-4FEC-8CB8-0B8932B8D4EF}"/>
              </a:ext>
            </a:extLst>
          </p:cNvPr>
          <p:cNvCxnSpPr>
            <a:cxnSpLocks/>
            <a:stCxn id="6" idx="1"/>
            <a:endCxn id="29" idx="7"/>
          </p:cNvCxnSpPr>
          <p:nvPr/>
        </p:nvCxnSpPr>
        <p:spPr>
          <a:xfrm flipH="1">
            <a:off x="3091426" y="2231967"/>
            <a:ext cx="244756" cy="28769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729B8DB-F60F-4639-B698-77D0D58087F5}"/>
              </a:ext>
            </a:extLst>
          </p:cNvPr>
          <p:cNvCxnSpPr>
            <a:cxnSpLocks/>
            <a:stCxn id="7" idx="1"/>
            <a:endCxn id="29" idx="6"/>
          </p:cNvCxnSpPr>
          <p:nvPr/>
        </p:nvCxnSpPr>
        <p:spPr>
          <a:xfrm flipH="1" flipV="1">
            <a:off x="3225337" y="2842953"/>
            <a:ext cx="110845" cy="30341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ABDC3FC-FFA5-4416-B98D-C37663C3D697}"/>
              </a:ext>
            </a:extLst>
          </p:cNvPr>
          <p:cNvCxnSpPr>
            <a:cxnSpLocks/>
            <a:stCxn id="29" idx="5"/>
            <a:endCxn id="8" idx="1"/>
          </p:cNvCxnSpPr>
          <p:nvPr/>
        </p:nvCxnSpPr>
        <p:spPr>
          <a:xfrm>
            <a:off x="3091426" y="3166242"/>
            <a:ext cx="297404" cy="89590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C9C8AF1-BE8D-43F6-898F-9CDC77EEA070}"/>
              </a:ext>
            </a:extLst>
          </p:cNvPr>
          <p:cNvCxnSpPr>
            <a:cxnSpLocks/>
            <a:stCxn id="29" idx="4"/>
            <a:endCxn id="9" idx="1"/>
          </p:cNvCxnSpPr>
          <p:nvPr/>
        </p:nvCxnSpPr>
        <p:spPr>
          <a:xfrm>
            <a:off x="2768137" y="3300153"/>
            <a:ext cx="620693" cy="180247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4981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Computer">
            <a:extLst>
              <a:ext uri="{FF2B5EF4-FFF2-40B4-BE49-F238E27FC236}">
                <a16:creationId xmlns:a16="http://schemas.microsoft.com/office/drawing/2014/main" id="{62EED84D-F110-45B9-B003-6C42453E6C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36182" y="859676"/>
            <a:ext cx="914400" cy="914400"/>
          </a:xfrm>
          <a:prstGeom prst="rect">
            <a:avLst/>
          </a:prstGeom>
        </p:spPr>
      </p:pic>
      <p:pic>
        <p:nvPicPr>
          <p:cNvPr id="6" name="Graphic 5" descr="Computer">
            <a:extLst>
              <a:ext uri="{FF2B5EF4-FFF2-40B4-BE49-F238E27FC236}">
                <a16:creationId xmlns:a16="http://schemas.microsoft.com/office/drawing/2014/main" id="{DF6D777C-C787-4B65-9363-BDE001D1B3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36182" y="1774767"/>
            <a:ext cx="914400" cy="914400"/>
          </a:xfrm>
          <a:prstGeom prst="rect">
            <a:avLst/>
          </a:prstGeom>
        </p:spPr>
      </p:pic>
      <p:pic>
        <p:nvPicPr>
          <p:cNvPr id="7" name="Graphic 6" descr="Computer">
            <a:extLst>
              <a:ext uri="{FF2B5EF4-FFF2-40B4-BE49-F238E27FC236}">
                <a16:creationId xmlns:a16="http://schemas.microsoft.com/office/drawing/2014/main" id="{DEEA8184-51B4-4B36-91F7-22E4B62000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36182" y="2689167"/>
            <a:ext cx="914400" cy="914400"/>
          </a:xfrm>
          <a:prstGeom prst="rect">
            <a:avLst/>
          </a:prstGeom>
        </p:spPr>
      </p:pic>
      <p:pic>
        <p:nvPicPr>
          <p:cNvPr id="8" name="Graphic 7" descr="Computer">
            <a:extLst>
              <a:ext uri="{FF2B5EF4-FFF2-40B4-BE49-F238E27FC236}">
                <a16:creationId xmlns:a16="http://schemas.microsoft.com/office/drawing/2014/main" id="{D04B7806-81E2-474D-8BF1-CF8B3A9E15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88830" y="3604950"/>
            <a:ext cx="914400" cy="914400"/>
          </a:xfrm>
          <a:prstGeom prst="rect">
            <a:avLst/>
          </a:prstGeom>
        </p:spPr>
      </p:pic>
      <p:pic>
        <p:nvPicPr>
          <p:cNvPr id="9" name="Graphic 8" descr="Computer">
            <a:extLst>
              <a:ext uri="{FF2B5EF4-FFF2-40B4-BE49-F238E27FC236}">
                <a16:creationId xmlns:a16="http://schemas.microsoft.com/office/drawing/2014/main" id="{A50F7EEB-50CA-49C3-9986-17F4582032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88830" y="4645429"/>
            <a:ext cx="914400" cy="914400"/>
          </a:xfrm>
          <a:prstGeom prst="rect">
            <a:avLst/>
          </a:prstGeom>
        </p:spPr>
      </p:pic>
      <p:pic>
        <p:nvPicPr>
          <p:cNvPr id="11" name="Graphic 10" descr="Checklist RTL">
            <a:extLst>
              <a:ext uri="{FF2B5EF4-FFF2-40B4-BE49-F238E27FC236}">
                <a16:creationId xmlns:a16="http://schemas.microsoft.com/office/drawing/2014/main" id="{C00B0AC8-0BC7-4DC6-9241-63ABF3D31D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66305" y="860367"/>
            <a:ext cx="914400" cy="914400"/>
          </a:xfrm>
          <a:prstGeom prst="rect">
            <a:avLst/>
          </a:prstGeom>
        </p:spPr>
      </p:pic>
      <p:pic>
        <p:nvPicPr>
          <p:cNvPr id="12" name="Graphic 11" descr="Checklist RTL">
            <a:extLst>
              <a:ext uri="{FF2B5EF4-FFF2-40B4-BE49-F238E27FC236}">
                <a16:creationId xmlns:a16="http://schemas.microsoft.com/office/drawing/2014/main" id="{E0D81C2A-CE49-405C-9361-570568BF48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92629" y="1774767"/>
            <a:ext cx="914400" cy="914400"/>
          </a:xfrm>
          <a:prstGeom prst="rect">
            <a:avLst/>
          </a:prstGeom>
        </p:spPr>
      </p:pic>
      <p:pic>
        <p:nvPicPr>
          <p:cNvPr id="13" name="Graphic 12" descr="Checklist RTL">
            <a:extLst>
              <a:ext uri="{FF2B5EF4-FFF2-40B4-BE49-F238E27FC236}">
                <a16:creationId xmlns:a16="http://schemas.microsoft.com/office/drawing/2014/main" id="{A4235A7F-F590-44C8-B0B3-D8AA2A033B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66305" y="2689167"/>
            <a:ext cx="914400" cy="914400"/>
          </a:xfrm>
          <a:prstGeom prst="rect">
            <a:avLst/>
          </a:prstGeom>
        </p:spPr>
      </p:pic>
      <p:pic>
        <p:nvPicPr>
          <p:cNvPr id="14" name="Graphic 13" descr="Checklist RTL">
            <a:extLst>
              <a:ext uri="{FF2B5EF4-FFF2-40B4-BE49-F238E27FC236}">
                <a16:creationId xmlns:a16="http://schemas.microsoft.com/office/drawing/2014/main" id="{69A14131-700E-43D4-B69B-0AB562FB2B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66305" y="3603567"/>
            <a:ext cx="914400" cy="914400"/>
          </a:xfrm>
          <a:prstGeom prst="rect">
            <a:avLst/>
          </a:prstGeom>
        </p:spPr>
      </p:pic>
      <p:pic>
        <p:nvPicPr>
          <p:cNvPr id="15" name="Graphic 14" descr="Checklist RTL">
            <a:extLst>
              <a:ext uri="{FF2B5EF4-FFF2-40B4-BE49-F238E27FC236}">
                <a16:creationId xmlns:a16="http://schemas.microsoft.com/office/drawing/2014/main" id="{B93F79D0-DE05-4217-B27D-CC7D199E43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95399" y="4645429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44CEEF7-0612-457E-8D11-67DB6901CAE1}"/>
              </a:ext>
            </a:extLst>
          </p:cNvPr>
          <p:cNvSpPr txBox="1"/>
          <p:nvPr/>
        </p:nvSpPr>
        <p:spPr>
          <a:xfrm>
            <a:off x="714894" y="55049"/>
            <a:ext cx="43143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Jenkins</a:t>
            </a:r>
          </a:p>
          <a:p>
            <a:pPr algn="ctr"/>
            <a:r>
              <a:rPr lang="en-US" sz="1400" dirty="0" err="1"/>
              <a:t>RunMode</a:t>
            </a:r>
            <a:r>
              <a:rPr lang="en-US" sz="1400" dirty="0"/>
              <a:t>=</a:t>
            </a:r>
            <a:r>
              <a:rPr lang="en-US" sz="1400" dirty="0" err="1"/>
              <a:t>PlannedHostName</a:t>
            </a:r>
            <a:endParaRPr lang="en-US" sz="1400" dirty="0"/>
          </a:p>
          <a:p>
            <a:pPr algn="ctr"/>
            <a:r>
              <a:rPr lang="en-US" sz="1400" dirty="0"/>
              <a:t>Each Test must run on designated PC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9DE6DA5-E880-484B-AC39-11F00A54C6F8}"/>
              </a:ext>
            </a:extLst>
          </p:cNvPr>
          <p:cNvCxnSpPr>
            <a:stCxn id="11" idx="3"/>
            <a:endCxn id="5" idx="1"/>
          </p:cNvCxnSpPr>
          <p:nvPr/>
        </p:nvCxnSpPr>
        <p:spPr>
          <a:xfrm flipV="1">
            <a:off x="2180705" y="1316876"/>
            <a:ext cx="1155477" cy="69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2D5E5CD-9479-47FB-A016-4202726A7825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2180705" y="2202183"/>
            <a:ext cx="1155477" cy="297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B3A119E-F9B0-47AC-BC3B-4E7F322E1BCB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2233353" y="5102629"/>
            <a:ext cx="1155477" cy="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A2C4AE5-948D-4683-BFD6-3A0584CD2FD3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2207029" y="4060077"/>
            <a:ext cx="1181801" cy="207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4629453-C9C4-4DD2-9141-A0883F575AC1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2173085" y="3124454"/>
            <a:ext cx="1163097" cy="2191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19FA8F4A-3E41-4F10-8FA9-CC17AF813A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6119" y="1042110"/>
            <a:ext cx="7575881" cy="2436828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FF88752-973F-4B6A-A31B-06AA7ADB27A6}"/>
              </a:ext>
            </a:extLst>
          </p:cNvPr>
          <p:cNvSpPr txBox="1"/>
          <p:nvPr/>
        </p:nvSpPr>
        <p:spPr>
          <a:xfrm>
            <a:off x="4655127" y="3707476"/>
            <a:ext cx="679149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Each test on the left must run on the “Planned Host Name” in Quality Center(QC). The MF Plugin fails to acknowledge the Host Name is populated in QC.</a:t>
            </a:r>
          </a:p>
          <a:p>
            <a:endParaRPr lang="en-US" dirty="0"/>
          </a:p>
          <a:p>
            <a:r>
              <a:rPr lang="en-US" dirty="0"/>
              <a:t>What </a:t>
            </a:r>
            <a:r>
              <a:rPr lang="en-US" dirty="0" err="1"/>
              <a:t>RunMode</a:t>
            </a:r>
            <a:r>
              <a:rPr lang="en-US" dirty="0"/>
              <a:t> in the plugin is needed so that when the test runs, it uses the “Planned Host Name”?</a:t>
            </a:r>
          </a:p>
          <a:p>
            <a:endParaRPr lang="en-US" dirty="0"/>
          </a:p>
          <a:p>
            <a:r>
              <a:rPr lang="en-US" dirty="0"/>
              <a:t>The Jenkins ticket suggested I populate the HostName but to make this process work, I would need a Jenkins job for each Test Case so I could force one test to run on one PC. That isn’t how the older Plugin worked.</a:t>
            </a:r>
          </a:p>
        </p:txBody>
      </p:sp>
    </p:spTree>
    <p:extLst>
      <p:ext uri="{BB962C8B-B14F-4D97-AF65-F5344CB8AC3E}">
        <p14:creationId xmlns:p14="http://schemas.microsoft.com/office/powerpoint/2010/main" val="3755989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A54B67-3DAC-49B2-AEDC-C3B857442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131" y="933955"/>
            <a:ext cx="6959903" cy="56081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3F90EB-0352-47A1-BD1D-775A3CFA3C29}"/>
              </a:ext>
            </a:extLst>
          </p:cNvPr>
          <p:cNvSpPr txBox="1"/>
          <p:nvPr/>
        </p:nvSpPr>
        <p:spPr>
          <a:xfrm>
            <a:off x="698269" y="224444"/>
            <a:ext cx="10823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ALM OTA – How to run on a designated PC (HostName)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B38EAF-AF22-42CB-AC5B-9D7A1A597A22}"/>
              </a:ext>
            </a:extLst>
          </p:cNvPr>
          <p:cNvSpPr txBox="1"/>
          <p:nvPr/>
        </p:nvSpPr>
        <p:spPr>
          <a:xfrm rot="10800000" flipV="1">
            <a:off x="324196" y="790835"/>
            <a:ext cx="432261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https://admhelp.microfocus.com/alm/api_refs/ota/Default.htm#ota/run-test-instance.htm?Highlight=run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/>
              <a:t>Should the </a:t>
            </a:r>
            <a:r>
              <a:rPr lang="en-US" dirty="0"/>
              <a:t>Jenkins </a:t>
            </a:r>
            <a:r>
              <a:rPr lang="en-US"/>
              <a:t>plugin be </a:t>
            </a:r>
            <a:r>
              <a:rPr lang="en-US" dirty="0"/>
              <a:t>using the “Planned HostName” listed in QC when the “</a:t>
            </a:r>
            <a:r>
              <a:rPr lang="en-US" dirty="0" err="1"/>
              <a:t>RunMode</a:t>
            </a:r>
            <a:r>
              <a:rPr lang="en-US" dirty="0"/>
              <a:t>” is set to “Run Remotely”?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371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F74D985BFF734F96EA51219B529A12" ma:contentTypeVersion="11" ma:contentTypeDescription="Create a new document." ma:contentTypeScope="" ma:versionID="feed7e253db559639e7d29af26dbc35f">
  <xsd:schema xmlns:xsd="http://www.w3.org/2001/XMLSchema" xmlns:xs="http://www.w3.org/2001/XMLSchema" xmlns:p="http://schemas.microsoft.com/office/2006/metadata/properties" xmlns:ns3="e22da6f3-017b-4978-bcad-6678199f5d25" xmlns:ns4="1926dcba-e35b-4b52-82ea-9086532c2f5d" targetNamespace="http://schemas.microsoft.com/office/2006/metadata/properties" ma:root="true" ma:fieldsID="ce04f26c982a00cbe91602d960a3046d" ns3:_="" ns4:_="">
    <xsd:import namespace="e22da6f3-017b-4978-bcad-6678199f5d25"/>
    <xsd:import namespace="1926dcba-e35b-4b52-82ea-9086532c2f5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Location" minOccurs="0"/>
                <xsd:element ref="ns3:MediaServiceAutoTags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2da6f3-017b-4978-bcad-6678199f5d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1" nillable="true" ma:displayName="MediaServiceLocation" ma:internalName="MediaServiceLocation" ma:readOnly="true">
      <xsd:simpleType>
        <xsd:restriction base="dms:Text"/>
      </xsd:simpleType>
    </xsd:element>
    <xsd:element name="MediaServiceAutoTags" ma:index="12" nillable="true" ma:displayName="MediaServiceAutoTags" ma:internalName="MediaServiceAutoTags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26dcba-e35b-4b52-82ea-9086532c2f5d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5778AD4-7A26-4472-A6E8-B88F13D9827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2da6f3-017b-4978-bcad-6678199f5d25"/>
    <ds:schemaRef ds:uri="1926dcba-e35b-4b52-82ea-9086532c2f5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7E02A13-5610-4E9A-BD35-BDCB2AB8475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D1029A-197B-45FA-A9E3-94D1432BD2D6}">
  <ds:schemaRefs>
    <ds:schemaRef ds:uri="e22da6f3-017b-4978-bcad-6678199f5d25"/>
    <ds:schemaRef ds:uri="1926dcba-e35b-4b52-82ea-9086532c2f5d"/>
    <ds:schemaRef ds:uri="http://purl.org/dc/elements/1.1/"/>
    <ds:schemaRef ds:uri="http://www.w3.org/XML/1998/namespace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251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Jim Sears</dc:creator>
  <cp:lastModifiedBy>Jim Sears</cp:lastModifiedBy>
  <cp:revision>2</cp:revision>
  <dcterms:created xsi:type="dcterms:W3CDTF">2019-09-17T11:43:59Z</dcterms:created>
  <dcterms:modified xsi:type="dcterms:W3CDTF">2019-09-17T12:06:49Z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0x010100F1F74D985BFF734F96EA51219B529A12</vt:lpwstr>
  </property>
</Properties>
</file>